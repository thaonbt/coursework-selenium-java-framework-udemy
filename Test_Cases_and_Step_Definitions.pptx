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Cases and Step Definitions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Registration and Order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Case 1: Complete Registration with Valid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Case ID: TC_REG_01</a:t>
            </a:r>
          </a:p>
          <a:p>
            <a:r>
              <a:t>Test Description: Verify that a user can successfully complete the registration process with valid data.</a:t>
            </a:r>
          </a:p>
          <a:p>
            <a:r>
              <a:t>Preconditions: The user is on the registration page.</a:t>
            </a:r>
          </a:p>
          <a:p/>
          <a:p>
            <a:r>
              <a:t>Test Steps:</a:t>
            </a:r>
          </a:p>
          <a:p>
            <a:r>
              <a:t>1. Enter 'John' in the 'First Name' field.</a:t>
            </a:r>
          </a:p>
          <a:p>
            <a:r>
              <a:t>2. Enter 'Doe' in the 'Last Name' field.</a:t>
            </a:r>
          </a:p>
          <a:p>
            <a:r>
              <a:t>3. Enter 'john.doe@example.com' in the 'Email' field.</a:t>
            </a:r>
          </a:p>
          <a:p>
            <a:r>
              <a:t>4. Enter '1234567890' in the 'Phone Number' field.</a:t>
            </a:r>
          </a:p>
          <a:p>
            <a:r>
              <a:t>5. Select 'Engineer' from the 'Occupation' dropdown.</a:t>
            </a:r>
          </a:p>
          <a:p>
            <a:r>
              <a:t>6. Select 'Male' for the 'Gender' radio button.</a:t>
            </a:r>
          </a:p>
          <a:p>
            <a:r>
              <a:t>7. Enter 'password123' in the 'Password' field.</a:t>
            </a:r>
          </a:p>
          <a:p>
            <a:r>
              <a:t>8. Enter 'password123' in the 'Confirm Password' field.</a:t>
            </a:r>
          </a:p>
          <a:p>
            <a:r>
              <a:t>9. Check the 'I am 18 year or Older' checkbox.</a:t>
            </a:r>
          </a:p>
          <a:p>
            <a:r>
              <a:t>10. Click the 'Register' button.</a:t>
            </a:r>
          </a:p>
          <a:p/>
          <a:p>
            <a:r>
              <a:t>Expected Result: The user should see a success message indicating that the registration was successful.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Case 2: Registration with Missing Required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Case ID: TC_REG_02</a:t>
            </a:r>
          </a:p>
          <a:p>
            <a:r>
              <a:t>Test Description: Verify that the registration process fails when required fields are missing.</a:t>
            </a:r>
          </a:p>
          <a:p>
            <a:r>
              <a:t>Preconditions: The user is on the registration page.</a:t>
            </a:r>
          </a:p>
          <a:p/>
          <a:p>
            <a:r>
              <a:t>Test Steps:</a:t>
            </a:r>
          </a:p>
          <a:p>
            <a:r>
              <a:t>1. Leave the 'First Name' field empty.</a:t>
            </a:r>
          </a:p>
          <a:p>
            <a:r>
              <a:t>2. Enter 'Doe' in the 'Last Name' field.</a:t>
            </a:r>
          </a:p>
          <a:p>
            <a:r>
              <a:t>3. Enter 'john.doe@example.com' in the 'Email' field.</a:t>
            </a:r>
          </a:p>
          <a:p>
            <a:r>
              <a:t>4. Enter '1234567890' in the 'Phone Number' field.</a:t>
            </a:r>
          </a:p>
          <a:p>
            <a:r>
              <a:t>5. Select 'Engineer' from the 'Occupation' dropdown.</a:t>
            </a:r>
          </a:p>
          <a:p>
            <a:r>
              <a:t>6. Select 'Male' for the 'Gender' radio button.</a:t>
            </a:r>
          </a:p>
          <a:p>
            <a:r>
              <a:t>7. Enter 'password123' in the 'Password' field.</a:t>
            </a:r>
          </a:p>
          <a:p>
            <a:r>
              <a:t>8. Enter 'password123' in the 'Confirm Password' field.</a:t>
            </a:r>
          </a:p>
          <a:p>
            <a:r>
              <a:t>9. Check the 'I am 18 year or Older' checkbox.</a:t>
            </a:r>
          </a:p>
          <a:p>
            <a:r>
              <a:t>10. Click the 'Register' button.</a:t>
            </a:r>
          </a:p>
          <a:p/>
          <a:p>
            <a:r>
              <a:t>Expected Result: The user should see an error message indicating that the 'First Name' field is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Case 3: Registration with Invalid Email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Case ID: TC_REG_03</a:t>
            </a:r>
          </a:p>
          <a:p>
            <a:r>
              <a:t>Test Description: Verify that the registration process fails when an invalid email format is used.</a:t>
            </a:r>
          </a:p>
          <a:p>
            <a:r>
              <a:t>Preconditions: The user is on the registration page.</a:t>
            </a:r>
          </a:p>
          <a:p/>
          <a:p>
            <a:r>
              <a:t>Test Steps:</a:t>
            </a:r>
          </a:p>
          <a:p>
            <a:r>
              <a:t>1. Enter 'John' in the 'First Name' field.</a:t>
            </a:r>
          </a:p>
          <a:p>
            <a:r>
              <a:t>2. Enter 'Doe' in the 'Last Name' field.</a:t>
            </a:r>
          </a:p>
          <a:p>
            <a:r>
              <a:t>3. Enter 'john.doe' in the 'Email' field.</a:t>
            </a:r>
          </a:p>
          <a:p>
            <a:r>
              <a:t>4. Enter '1234567890' in the 'Phone Number' field.</a:t>
            </a:r>
          </a:p>
          <a:p>
            <a:r>
              <a:t>5. Select 'Engineer' from the 'Occupation' dropdown.</a:t>
            </a:r>
          </a:p>
          <a:p>
            <a:r>
              <a:t>6. Select 'Male' for the 'Gender' radio button.</a:t>
            </a:r>
          </a:p>
          <a:p>
            <a:r>
              <a:t>7. Enter 'password123' in the 'Password' field.</a:t>
            </a:r>
          </a:p>
          <a:p>
            <a:r>
              <a:t>8. Enter 'password123' in the 'Confirm Password' field.</a:t>
            </a:r>
          </a:p>
          <a:p>
            <a:r>
              <a:t>9. Check the 'I am 18 year or Older' checkbox.</a:t>
            </a:r>
          </a:p>
          <a:p>
            <a:r>
              <a:t>10. Click the 'Register' button.</a:t>
            </a:r>
          </a:p>
          <a:p/>
          <a:p>
            <a:r>
              <a:t>Expected Result: The user should see an error message indicating that the email format is invalid.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Case 4: Registration with Password Mismatch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Case ID: TC_REG_04</a:t>
            </a:r>
          </a:p>
          <a:p>
            <a:r>
              <a:t>Test Description: Verify that the registration process fails when the password and confirm password fields do not match.</a:t>
            </a:r>
          </a:p>
          <a:p>
            <a:r>
              <a:t>Preconditions: The user is on the registration page.</a:t>
            </a:r>
          </a:p>
          <a:p/>
          <a:p>
            <a:r>
              <a:t>Test Steps:</a:t>
            </a:r>
          </a:p>
          <a:p>
            <a:r>
              <a:t>1. Enter 'John' in the 'First Name' field.</a:t>
            </a:r>
          </a:p>
          <a:p>
            <a:r>
              <a:t>2. Enter 'Doe' in the 'Last Name' field.</a:t>
            </a:r>
          </a:p>
          <a:p>
            <a:r>
              <a:t>3. Enter 'john.doe@example.com' in the 'Email' field.</a:t>
            </a:r>
          </a:p>
          <a:p>
            <a:r>
              <a:t>4. Enter '1234567890' in the 'Phone Number' field.</a:t>
            </a:r>
          </a:p>
          <a:p>
            <a:r>
              <a:t>5. Select 'Engineer' from the 'Occupation' dropdown.</a:t>
            </a:r>
          </a:p>
          <a:p>
            <a:r>
              <a:t>6. Select 'Male' for the 'Gender' radio button.</a:t>
            </a:r>
          </a:p>
          <a:p>
            <a:r>
              <a:t>7. Enter 'password123' in the 'Password' field.</a:t>
            </a:r>
          </a:p>
          <a:p>
            <a:r>
              <a:t>8. Enter 'password456' in the 'Confirm Password' field.</a:t>
            </a:r>
          </a:p>
          <a:p>
            <a:r>
              <a:t>9. Check the 'I am 18 year or Older' checkbox.</a:t>
            </a:r>
          </a:p>
          <a:p>
            <a:r>
              <a:t>10. Click the 'Register' button.</a:t>
            </a:r>
          </a:p>
          <a:p/>
          <a:p>
            <a:r>
              <a:t>Expected Result: The user should see an error message indicating that the passwords do not match.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Definitions for SubmitOrder.feature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Given I am logged in with email {string} and password {string}</a:t>
            </a:r>
          </a:p>
          <a:p>
            <a:r>
              <a:t>When I add the product {string} to the cart</a:t>
            </a:r>
          </a:p>
          <a:p>
            <a:r>
              <a:t>And I verify the product {string} is displayed in the cart</a:t>
            </a:r>
          </a:p>
          <a:p>
            <a:r>
              <a:t>And I proceed to checkout and select country {string}</a:t>
            </a:r>
          </a:p>
          <a:p>
            <a:r>
              <a:t>And I submit the order</a:t>
            </a:r>
          </a:p>
          <a:p>
            <a:r>
              <a:t>Then I should see the confirmation message {string}</a:t>
            </a:r>
          </a:p>
          <a:p>
            <a:r>
              <a:t>Given I have submitted an order</a:t>
            </a:r>
          </a:p>
          <a:p>
            <a:r>
              <a:t>When I go to the orders page</a:t>
            </a:r>
          </a:p>
          <a:p>
            <a:r>
              <a:t>Then I should see the product {string} in the order history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