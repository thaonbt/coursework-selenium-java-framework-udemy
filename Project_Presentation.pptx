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Project Presentation</a:t>
            </a:r>
          </a:p>
        </p:txBody>
      </p:sp>
      <p:sp>
        <p:nvSpPr>
          <p:cNvPr id="3" name="Subtitle 2"/>
          <p:cNvSpPr>
            <a:spLocks noGrp="1"/>
          </p:cNvSpPr>
          <p:nvPr>
            <p:ph type="subTitle" idx="1"/>
          </p:nvPr>
        </p:nvSpPr>
        <p:spPr/>
        <p:txBody>
          <a:bodyPr/>
          <a:lstStyle/>
          <a:p>
            <a:r>
              <a:t>Objective, Test Scope, Example, Guidance,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r>
              <a:t>The objective of this project is to automate the testing of the registration and order submission processes using Selenium and Cucumber. The goal is to ensure that the application functions correctly and efficiently.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Scope</a:t>
            </a:r>
          </a:p>
        </p:txBody>
      </p:sp>
      <p:sp>
        <p:nvSpPr>
          <p:cNvPr id="3" name="Content Placeholder 2"/>
          <p:cNvSpPr>
            <a:spLocks noGrp="1"/>
          </p:cNvSpPr>
          <p:nvPr>
            <p:ph idx="1"/>
          </p:nvPr>
        </p:nvSpPr>
        <p:spPr/>
        <p:txBody>
          <a:bodyPr/>
          <a:lstStyle/>
          <a:p>
            <a:r>
              <a:t>The test scope includes:</a:t>
            </a:r>
          </a:p>
          <a:p>
            <a:r>
              <a:t>1. User registration process</a:t>
            </a:r>
          </a:p>
          <a:p>
            <a:r>
              <a:t>2. Order submission process</a:t>
            </a:r>
          </a:p>
          <a:p>
            <a:r>
              <a:t>3. Verification of order history</a:t>
            </a:r>
          </a:p>
          <a:p>
            <a:r>
              <a:t>4. Validation of error messages for invalid inputs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a:t>
            </a:r>
          </a:p>
        </p:txBody>
      </p:sp>
      <p:sp>
        <p:nvSpPr>
          <p:cNvPr id="3" name="Content Placeholder 2"/>
          <p:cNvSpPr>
            <a:spLocks noGrp="1"/>
          </p:cNvSpPr>
          <p:nvPr>
            <p:ph idx="1"/>
          </p:nvPr>
        </p:nvSpPr>
        <p:spPr/>
        <p:txBody>
          <a:bodyPr/>
          <a:lstStyle/>
          <a:p>
            <a:r>
              <a:t>Example Test Case: Complete Registration with Valid Data</a:t>
            </a:r>
          </a:p>
          <a:p/>
          <a:p>
            <a:r>
              <a:t>Test Steps:</a:t>
            </a:r>
          </a:p>
          <a:p>
            <a:r>
              <a:t>1. Enter 'John' in the 'First Name' field.</a:t>
            </a:r>
          </a:p>
          <a:p>
            <a:r>
              <a:t>2. Enter 'Doe' in the 'Last Name' field.</a:t>
            </a:r>
          </a:p>
          <a:p>
            <a:r>
              <a:t>3. Enter 'john.doe@example.com' in the 'Email' field.</a:t>
            </a:r>
          </a:p>
          <a:p>
            <a:r>
              <a:t>4. Enter '1234567890' in the 'Phone Number' field.</a:t>
            </a:r>
          </a:p>
          <a:p>
            <a:r>
              <a:t>5. Select 'Engineer' from the 'Occupation' dropdown.</a:t>
            </a:r>
          </a:p>
          <a:p>
            <a:r>
              <a:t>6. Select 'Male' for the 'Gender' radio button.</a:t>
            </a:r>
          </a:p>
          <a:p>
            <a:r>
              <a:t>7. Enter 'password123' in the 'Password' field.</a:t>
            </a:r>
          </a:p>
          <a:p>
            <a:r>
              <a:t>8. Enter 'password123' in the 'Confirm Password' field.</a:t>
            </a:r>
          </a:p>
          <a:p>
            <a:r>
              <a:t>9. Check the 'I am 18 year or Older' checkbox.</a:t>
            </a:r>
          </a:p>
          <a:p>
            <a:r>
              <a:t>10. Click the 'Register' button.</a:t>
            </a:r>
          </a:p>
          <a:p/>
          <a:p>
            <a:r>
              <a:t>Expected Result: The user should see a success message indicating that the registration was successful.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Guidance on How to Use</a:t>
            </a:r>
          </a:p>
        </p:txBody>
      </p:sp>
      <p:sp>
        <p:nvSpPr>
          <p:cNvPr id="3" name="Content Placeholder 2"/>
          <p:cNvSpPr>
            <a:spLocks noGrp="1"/>
          </p:cNvSpPr>
          <p:nvPr>
            <p:ph idx="1"/>
          </p:nvPr>
        </p:nvSpPr>
        <p:spPr/>
        <p:txBody>
          <a:bodyPr/>
          <a:lstStyle/>
          <a:p>
            <a:r>
              <a:t>1. Clone the repository from GitHub.</a:t>
            </a:r>
          </a:p>
          <a:p>
            <a:r>
              <a:t>2. Install dependencies using Maven: `mvn test-compile`.</a:t>
            </a:r>
          </a:p>
          <a:p>
            <a:r>
              <a:t>3. Open the project in IntelliJ IDEA or your preferred IDE.</a:t>
            </a:r>
          </a:p>
          <a:p>
            <a:r>
              <a:t>4. Run the tests using Maven: `mvn test` or directly by TestNG.</a:t>
            </a:r>
          </a:p>
          <a:p>
            <a:r>
              <a:t>5. Review the test results and reports generated.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a:t>
            </a:r>
          </a:p>
        </p:txBody>
      </p:sp>
      <p:sp>
        <p:nvSpPr>
          <p:cNvPr id="3" name="Content Placeholder 2"/>
          <p:cNvSpPr>
            <a:spLocks noGrp="1"/>
          </p:cNvSpPr>
          <p:nvPr>
            <p:ph idx="1"/>
          </p:nvPr>
        </p:nvSpPr>
        <p:spPr/>
        <p:txBody>
          <a:bodyPr/>
          <a:lstStyle/>
          <a:p>
            <a:r>
              <a:t>The demo will showcase the following:</a:t>
            </a:r>
          </a:p>
          <a:p>
            <a:r>
              <a:t>1. User registration with valid data</a:t>
            </a:r>
          </a:p>
          <a:p>
            <a:r>
              <a:t>2. Order submission process</a:t>
            </a:r>
          </a:p>
          <a:p>
            <a:r>
              <a:t>3. Verification of order in order history</a:t>
            </a:r>
          </a:p>
          <a:p>
            <a:r>
              <a:t>4. Handling of invalid inputs and error messages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